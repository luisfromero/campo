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Felipe Romero" userId="a68c3b35-3f81-40e2-b356-0db0b132b71b" providerId="ADAL" clId="{FE6E6813-E18A-4466-88E9-E4C479D0D774}"/>
    <pc:docChg chg="undo custSel addSld modSld">
      <pc:chgData name="Luis Felipe Romero" userId="a68c3b35-3f81-40e2-b356-0db0b132b71b" providerId="ADAL" clId="{FE6E6813-E18A-4466-88E9-E4C479D0D774}" dt="2023-08-21T07:13:35.567" v="469"/>
      <pc:docMkLst>
        <pc:docMk/>
      </pc:docMkLst>
      <pc:sldChg chg="addSp delSp modSp add">
        <pc:chgData name="Luis Felipe Romero" userId="a68c3b35-3f81-40e2-b356-0db0b132b71b" providerId="ADAL" clId="{FE6E6813-E18A-4466-88E9-E4C479D0D774}" dt="2023-08-14T10:52:17.230" v="237" actId="478"/>
        <pc:sldMkLst>
          <pc:docMk/>
          <pc:sldMk cId="1622819390" sldId="257"/>
        </pc:sldMkLst>
        <pc:spChg chg="del">
          <ac:chgData name="Luis Felipe Romero" userId="a68c3b35-3f81-40e2-b356-0db0b132b71b" providerId="ADAL" clId="{FE6E6813-E18A-4466-88E9-E4C479D0D774}" dt="2023-08-14T09:40:46.784" v="1" actId="478"/>
          <ac:spMkLst>
            <pc:docMk/>
            <pc:sldMk cId="1622819390" sldId="257"/>
            <ac:spMk id="2" creationId="{F2DA7986-D901-491D-95E2-242DFE485884}"/>
          </ac:spMkLst>
        </pc:spChg>
        <pc:spChg chg="del">
          <ac:chgData name="Luis Felipe Romero" userId="a68c3b35-3f81-40e2-b356-0db0b132b71b" providerId="ADAL" clId="{FE6E6813-E18A-4466-88E9-E4C479D0D774}" dt="2023-08-14T09:40:49.777" v="2" actId="478"/>
          <ac:spMkLst>
            <pc:docMk/>
            <pc:sldMk cId="1622819390" sldId="257"/>
            <ac:spMk id="3" creationId="{332271C4-06ED-476B-B00F-7A2314613E8B}"/>
          </ac:spMkLst>
        </pc:spChg>
        <pc:spChg chg="add mod">
          <ac:chgData name="Luis Felipe Romero" userId="a68c3b35-3f81-40e2-b356-0db0b132b71b" providerId="ADAL" clId="{FE6E6813-E18A-4466-88E9-E4C479D0D774}" dt="2023-08-14T10:50:01.235" v="214" actId="1076"/>
          <ac:spMkLst>
            <pc:docMk/>
            <pc:sldMk cId="1622819390" sldId="257"/>
            <ac:spMk id="9" creationId="{0375DDE7-F26D-4619-9F0D-FAC28A10A445}"/>
          </ac:spMkLst>
        </pc:spChg>
        <pc:spChg chg="add mod">
          <ac:chgData name="Luis Felipe Romero" userId="a68c3b35-3f81-40e2-b356-0db0b132b71b" providerId="ADAL" clId="{FE6E6813-E18A-4466-88E9-E4C479D0D774}" dt="2023-08-14T10:50:01.235" v="214" actId="1076"/>
          <ac:spMkLst>
            <pc:docMk/>
            <pc:sldMk cId="1622819390" sldId="257"/>
            <ac:spMk id="39" creationId="{D9822EA6-B7B9-478B-8C3E-3660408E6692}"/>
          </ac:spMkLst>
        </pc:spChg>
        <pc:spChg chg="add mod">
          <ac:chgData name="Luis Felipe Romero" userId="a68c3b35-3f81-40e2-b356-0db0b132b71b" providerId="ADAL" clId="{FE6E6813-E18A-4466-88E9-E4C479D0D774}" dt="2023-08-14T10:50:01.235" v="214" actId="1076"/>
          <ac:spMkLst>
            <pc:docMk/>
            <pc:sldMk cId="1622819390" sldId="257"/>
            <ac:spMk id="40" creationId="{C259CE71-5CC7-4F36-92E9-995D3A2D72DB}"/>
          </ac:spMkLst>
        </pc:spChg>
        <pc:spChg chg="add mod">
          <ac:chgData name="Luis Felipe Romero" userId="a68c3b35-3f81-40e2-b356-0db0b132b71b" providerId="ADAL" clId="{FE6E6813-E18A-4466-88E9-E4C479D0D774}" dt="2023-08-14T10:50:01.235" v="214" actId="1076"/>
          <ac:spMkLst>
            <pc:docMk/>
            <pc:sldMk cId="1622819390" sldId="257"/>
            <ac:spMk id="41" creationId="{A9D0BFA3-D0F6-4AEB-BA43-0203B40A2D8C}"/>
          </ac:spMkLst>
        </pc:spChg>
        <pc:spChg chg="add mod">
          <ac:chgData name="Luis Felipe Romero" userId="a68c3b35-3f81-40e2-b356-0db0b132b71b" providerId="ADAL" clId="{FE6E6813-E18A-4466-88E9-E4C479D0D774}" dt="2023-08-14T10:50:01.235" v="214" actId="1076"/>
          <ac:spMkLst>
            <pc:docMk/>
            <pc:sldMk cId="1622819390" sldId="257"/>
            <ac:spMk id="45" creationId="{19D209F0-F89F-43CF-ADBF-605B031174E8}"/>
          </ac:spMkLst>
        </pc:spChg>
        <pc:spChg chg="add mod">
          <ac:chgData name="Luis Felipe Romero" userId="a68c3b35-3f81-40e2-b356-0db0b132b71b" providerId="ADAL" clId="{FE6E6813-E18A-4466-88E9-E4C479D0D774}" dt="2023-08-14T10:51:13.820" v="226" actId="164"/>
          <ac:spMkLst>
            <pc:docMk/>
            <pc:sldMk cId="1622819390" sldId="257"/>
            <ac:spMk id="51" creationId="{0F30F128-0A5E-47E4-88B6-E2FCB73A6954}"/>
          </ac:spMkLst>
        </pc:spChg>
        <pc:spChg chg="mod">
          <ac:chgData name="Luis Felipe Romero" userId="a68c3b35-3f81-40e2-b356-0db0b132b71b" providerId="ADAL" clId="{FE6E6813-E18A-4466-88E9-E4C479D0D774}" dt="2023-08-14T10:51:39.024" v="231" actId="404"/>
          <ac:spMkLst>
            <pc:docMk/>
            <pc:sldMk cId="1622819390" sldId="257"/>
            <ac:spMk id="55" creationId="{26155E5C-3DA8-4A24-AA8B-1A8077F0CFFF}"/>
          </ac:spMkLst>
        </pc:spChg>
        <pc:grpChg chg="add del mod">
          <ac:chgData name="Luis Felipe Romero" userId="a68c3b35-3f81-40e2-b356-0db0b132b71b" providerId="ADAL" clId="{FE6E6813-E18A-4466-88E9-E4C479D0D774}" dt="2023-08-14T09:50:25.672" v="29" actId="165"/>
          <ac:grpSpMkLst>
            <pc:docMk/>
            <pc:sldMk cId="1622819390" sldId="257"/>
            <ac:grpSpMk id="6" creationId="{769936DD-E8AD-4AE1-B0A8-7260D2F366B1}"/>
          </ac:grpSpMkLst>
        </pc:grpChg>
        <pc:grpChg chg="add del mod ord">
          <ac:chgData name="Luis Felipe Romero" userId="a68c3b35-3f81-40e2-b356-0db0b132b71b" providerId="ADAL" clId="{FE6E6813-E18A-4466-88E9-E4C479D0D774}" dt="2023-08-14T10:35:22.013" v="202" actId="478"/>
          <ac:grpSpMkLst>
            <pc:docMk/>
            <pc:sldMk cId="1622819390" sldId="257"/>
            <ac:grpSpMk id="8" creationId="{E6D60A0D-B249-4C14-8708-F868E183CDFD}"/>
          </ac:grpSpMkLst>
        </pc:grpChg>
        <pc:grpChg chg="add del mod">
          <ac:chgData name="Luis Felipe Romero" userId="a68c3b35-3f81-40e2-b356-0db0b132b71b" providerId="ADAL" clId="{FE6E6813-E18A-4466-88E9-E4C479D0D774}" dt="2023-08-14T09:50:31.622" v="30" actId="478"/>
          <ac:grpSpMkLst>
            <pc:docMk/>
            <pc:sldMk cId="1622819390" sldId="257"/>
            <ac:grpSpMk id="10" creationId="{EEC57978-19AD-4333-BAA3-043552818C3F}"/>
          </ac:grpSpMkLst>
        </pc:grpChg>
        <pc:grpChg chg="add del mod">
          <ac:chgData name="Luis Felipe Romero" userId="a68c3b35-3f81-40e2-b356-0db0b132b71b" providerId="ADAL" clId="{FE6E6813-E18A-4466-88E9-E4C479D0D774}" dt="2023-08-14T09:50:39.595" v="33" actId="478"/>
          <ac:grpSpMkLst>
            <pc:docMk/>
            <pc:sldMk cId="1622819390" sldId="257"/>
            <ac:grpSpMk id="13" creationId="{28702FB8-9A28-4FA3-860B-277AEE6A2A95}"/>
          </ac:grpSpMkLst>
        </pc:grpChg>
        <pc:grpChg chg="add del mod">
          <ac:chgData name="Luis Felipe Romero" userId="a68c3b35-3f81-40e2-b356-0db0b132b71b" providerId="ADAL" clId="{FE6E6813-E18A-4466-88E9-E4C479D0D774}" dt="2023-08-14T09:50:37.199" v="32" actId="478"/>
          <ac:grpSpMkLst>
            <pc:docMk/>
            <pc:sldMk cId="1622819390" sldId="257"/>
            <ac:grpSpMk id="16" creationId="{43B4EA42-CEC8-44D1-8755-8D24E65AA966}"/>
          </ac:grpSpMkLst>
        </pc:grpChg>
        <pc:grpChg chg="add mod ord">
          <ac:chgData name="Luis Felipe Romero" userId="a68c3b35-3f81-40e2-b356-0db0b132b71b" providerId="ADAL" clId="{FE6E6813-E18A-4466-88E9-E4C479D0D774}" dt="2023-08-14T10:51:19.410" v="227" actId="167"/>
          <ac:grpSpMkLst>
            <pc:docMk/>
            <pc:sldMk cId="1622819390" sldId="257"/>
            <ac:grpSpMk id="20" creationId="{EE72042B-9801-45BA-9AC1-B727D48B4D6B}"/>
          </ac:grpSpMkLst>
        </pc:grpChg>
        <pc:grpChg chg="add del mod">
          <ac:chgData name="Luis Felipe Romero" userId="a68c3b35-3f81-40e2-b356-0db0b132b71b" providerId="ADAL" clId="{FE6E6813-E18A-4466-88E9-E4C479D0D774}" dt="2023-08-14T10:32:48.553" v="120" actId="165"/>
          <ac:grpSpMkLst>
            <pc:docMk/>
            <pc:sldMk cId="1622819390" sldId="257"/>
            <ac:grpSpMk id="21" creationId="{4B7D9B28-CD29-4E44-BAA9-1E87E5A1527A}"/>
          </ac:grpSpMkLst>
        </pc:grpChg>
        <pc:grpChg chg="add mod">
          <ac:chgData name="Luis Felipe Romero" userId="a68c3b35-3f81-40e2-b356-0db0b132b71b" providerId="ADAL" clId="{FE6E6813-E18A-4466-88E9-E4C479D0D774}" dt="2023-08-14T10:50:01.235" v="214" actId="1076"/>
          <ac:grpSpMkLst>
            <pc:docMk/>
            <pc:sldMk cId="1622819390" sldId="257"/>
            <ac:grpSpMk id="24" creationId="{4E3ECBAA-6510-4B84-A752-11E477CB7673}"/>
          </ac:grpSpMkLst>
        </pc:grpChg>
        <pc:grpChg chg="add mod ord">
          <ac:chgData name="Luis Felipe Romero" userId="a68c3b35-3f81-40e2-b356-0db0b132b71b" providerId="ADAL" clId="{FE6E6813-E18A-4466-88E9-E4C479D0D774}" dt="2023-08-14T10:50:01.235" v="214" actId="1076"/>
          <ac:grpSpMkLst>
            <pc:docMk/>
            <pc:sldMk cId="1622819390" sldId="257"/>
            <ac:grpSpMk id="27" creationId="{D4E3E867-651E-4B57-A25A-DAF4FF4B045A}"/>
          </ac:grpSpMkLst>
        </pc:grpChg>
        <pc:grpChg chg="add mod">
          <ac:chgData name="Luis Felipe Romero" userId="a68c3b35-3f81-40e2-b356-0db0b132b71b" providerId="ADAL" clId="{FE6E6813-E18A-4466-88E9-E4C479D0D774}" dt="2023-08-14T10:50:01.235" v="214" actId="1076"/>
          <ac:grpSpMkLst>
            <pc:docMk/>
            <pc:sldMk cId="1622819390" sldId="257"/>
            <ac:grpSpMk id="30" creationId="{9776097F-B064-4AC2-BDA2-60402F3B78B4}"/>
          </ac:grpSpMkLst>
        </pc:grpChg>
        <pc:grpChg chg="add del mod">
          <ac:chgData name="Luis Felipe Romero" userId="a68c3b35-3f81-40e2-b356-0db0b132b71b" providerId="ADAL" clId="{FE6E6813-E18A-4466-88E9-E4C479D0D774}" dt="2023-08-14T10:29:09.751" v="116" actId="478"/>
          <ac:grpSpMkLst>
            <pc:docMk/>
            <pc:sldMk cId="1622819390" sldId="257"/>
            <ac:grpSpMk id="42" creationId="{6BD05A25-636E-4035-8BBA-518F1B02107E}"/>
          </ac:grpSpMkLst>
        </pc:grpChg>
        <pc:grpChg chg="add del mod">
          <ac:chgData name="Luis Felipe Romero" userId="a68c3b35-3f81-40e2-b356-0db0b132b71b" providerId="ADAL" clId="{FE6E6813-E18A-4466-88E9-E4C479D0D774}" dt="2023-08-14T10:52:17.230" v="237" actId="478"/>
          <ac:grpSpMkLst>
            <pc:docMk/>
            <pc:sldMk cId="1622819390" sldId="257"/>
            <ac:grpSpMk id="53" creationId="{88FDF31E-B14A-4BBD-A198-021E8CDBBBAF}"/>
          </ac:grpSpMkLst>
        </pc:grpChg>
        <pc:grpChg chg="add mod">
          <ac:chgData name="Luis Felipe Romero" userId="a68c3b35-3f81-40e2-b356-0db0b132b71b" providerId="ADAL" clId="{FE6E6813-E18A-4466-88E9-E4C479D0D774}" dt="2023-08-14T10:51:47.921" v="232" actId="571"/>
          <ac:grpSpMkLst>
            <pc:docMk/>
            <pc:sldMk cId="1622819390" sldId="257"/>
            <ac:grpSpMk id="56" creationId="{5945D206-ED69-428C-BAC1-622EF1092E8F}"/>
          </ac:grpSpMkLst>
        </pc:grpChg>
        <pc:grpChg chg="add mod">
          <ac:chgData name="Luis Felipe Romero" userId="a68c3b35-3f81-40e2-b356-0db0b132b71b" providerId="ADAL" clId="{FE6E6813-E18A-4466-88E9-E4C479D0D774}" dt="2023-08-14T10:51:56.290" v="234" actId="1076"/>
          <ac:grpSpMkLst>
            <pc:docMk/>
            <pc:sldMk cId="1622819390" sldId="257"/>
            <ac:grpSpMk id="59" creationId="{B832C8F1-B666-49A5-9719-0968C6F06378}"/>
          </ac:grpSpMkLst>
        </pc:grpChg>
        <pc:grpChg chg="add mod">
          <ac:chgData name="Luis Felipe Romero" userId="a68c3b35-3f81-40e2-b356-0db0b132b71b" providerId="ADAL" clId="{FE6E6813-E18A-4466-88E9-E4C479D0D774}" dt="2023-08-14T10:52:05.815" v="236" actId="1076"/>
          <ac:grpSpMkLst>
            <pc:docMk/>
            <pc:sldMk cId="1622819390" sldId="257"/>
            <ac:grpSpMk id="62" creationId="{238417B2-EC24-44BF-95A9-BDC0E8758DBD}"/>
          </ac:grpSpMkLst>
        </pc:grpChg>
        <pc:picChg chg="add mod">
          <ac:chgData name="Luis Felipe Romero" userId="a68c3b35-3f81-40e2-b356-0db0b132b71b" providerId="ADAL" clId="{FE6E6813-E18A-4466-88E9-E4C479D0D774}" dt="2023-08-14T10:50:01.235" v="214" actId="1076"/>
          <ac:picMkLst>
            <pc:docMk/>
            <pc:sldMk cId="1622819390" sldId="257"/>
            <ac:picMk id="4" creationId="{6BCF403D-25E9-4EC2-BB28-509B71F35D9F}"/>
          </ac:picMkLst>
        </pc:picChg>
        <pc:picChg chg="add mod">
          <ac:chgData name="Luis Felipe Romero" userId="a68c3b35-3f81-40e2-b356-0db0b132b71b" providerId="ADAL" clId="{FE6E6813-E18A-4466-88E9-E4C479D0D774}" dt="2023-08-14T10:50:01.235" v="214" actId="1076"/>
          <ac:picMkLst>
            <pc:docMk/>
            <pc:sldMk cId="1622819390" sldId="257"/>
            <ac:picMk id="5" creationId="{ABE1A315-D380-417A-88A9-F4EBCEFB3A56}"/>
          </ac:picMkLst>
        </pc:picChg>
        <pc:picChg chg="add del mod topLvl">
          <ac:chgData name="Luis Felipe Romero" userId="a68c3b35-3f81-40e2-b356-0db0b132b71b" providerId="ADAL" clId="{FE6E6813-E18A-4466-88E9-E4C479D0D774}" dt="2023-08-14T09:50:34.538" v="31" actId="478"/>
          <ac:picMkLst>
            <pc:docMk/>
            <pc:sldMk cId="1622819390" sldId="257"/>
            <ac:picMk id="7" creationId="{6253DF5F-1C07-4623-81A4-58E51FC656F8}"/>
          </ac:picMkLst>
        </pc:picChg>
        <pc:picChg chg="add mod">
          <ac:chgData name="Luis Felipe Romero" userId="a68c3b35-3f81-40e2-b356-0db0b132b71b" providerId="ADAL" clId="{FE6E6813-E18A-4466-88E9-E4C479D0D774}" dt="2023-08-14T10:50:05.647" v="215" actId="1076"/>
          <ac:picMkLst>
            <pc:docMk/>
            <pc:sldMk cId="1622819390" sldId="257"/>
            <ac:picMk id="19" creationId="{20D0F9D7-D272-44E0-86D2-0E7CC3F1DB58}"/>
          </ac:picMkLst>
        </pc:picChg>
        <pc:picChg chg="mod topLvl">
          <ac:chgData name="Luis Felipe Romero" userId="a68c3b35-3f81-40e2-b356-0db0b132b71b" providerId="ADAL" clId="{FE6E6813-E18A-4466-88E9-E4C479D0D774}" dt="2023-08-14T10:50:01.235" v="214" actId="1076"/>
          <ac:picMkLst>
            <pc:docMk/>
            <pc:sldMk cId="1622819390" sldId="257"/>
            <ac:picMk id="22" creationId="{112817B4-708A-4F59-8A89-1827BB9CD04B}"/>
          </ac:picMkLst>
        </pc:picChg>
        <pc:picChg chg="mod topLvl">
          <ac:chgData name="Luis Felipe Romero" userId="a68c3b35-3f81-40e2-b356-0db0b132b71b" providerId="ADAL" clId="{FE6E6813-E18A-4466-88E9-E4C479D0D774}" dt="2023-08-14T10:50:01.235" v="214" actId="1076"/>
          <ac:picMkLst>
            <pc:docMk/>
            <pc:sldMk cId="1622819390" sldId="257"/>
            <ac:picMk id="23" creationId="{743B4770-B6F8-4E4C-A8A1-C10E380F65FA}"/>
          </ac:picMkLst>
        </pc:picChg>
        <pc:picChg chg="add mod">
          <ac:chgData name="Luis Felipe Romero" userId="a68c3b35-3f81-40e2-b356-0db0b132b71b" providerId="ADAL" clId="{FE6E6813-E18A-4466-88E9-E4C479D0D774}" dt="2023-08-14T10:50:01.235" v="214" actId="1076"/>
          <ac:picMkLst>
            <pc:docMk/>
            <pc:sldMk cId="1622819390" sldId="257"/>
            <ac:picMk id="34" creationId="{1B7C3CD7-EC25-4FCC-A8DE-8B342D9C1E7C}"/>
          </ac:picMkLst>
        </pc:picChg>
        <pc:picChg chg="add mod">
          <ac:chgData name="Luis Felipe Romero" userId="a68c3b35-3f81-40e2-b356-0db0b132b71b" providerId="ADAL" clId="{FE6E6813-E18A-4466-88E9-E4C479D0D774}" dt="2023-08-14T10:50:01.235" v="214" actId="1076"/>
          <ac:picMkLst>
            <pc:docMk/>
            <pc:sldMk cId="1622819390" sldId="257"/>
            <ac:picMk id="35" creationId="{A713BB29-7BED-4C17-A368-422E7D9E9CDD}"/>
          </ac:picMkLst>
        </pc:picChg>
        <pc:picChg chg="add mod">
          <ac:chgData name="Luis Felipe Romero" userId="a68c3b35-3f81-40e2-b356-0db0b132b71b" providerId="ADAL" clId="{FE6E6813-E18A-4466-88E9-E4C479D0D774}" dt="2023-08-14T10:50:01.235" v="214" actId="1076"/>
          <ac:picMkLst>
            <pc:docMk/>
            <pc:sldMk cId="1622819390" sldId="257"/>
            <ac:picMk id="36" creationId="{729A8C77-627E-4560-8DE5-81413441085E}"/>
          </ac:picMkLst>
        </pc:picChg>
        <pc:picChg chg="add mod">
          <ac:chgData name="Luis Felipe Romero" userId="a68c3b35-3f81-40e2-b356-0db0b132b71b" providerId="ADAL" clId="{FE6E6813-E18A-4466-88E9-E4C479D0D774}" dt="2023-08-14T10:50:01.235" v="214" actId="1076"/>
          <ac:picMkLst>
            <pc:docMk/>
            <pc:sldMk cId="1622819390" sldId="257"/>
            <ac:picMk id="37" creationId="{2BA6D967-21AD-4ED1-8FDB-E872373ECB7C}"/>
          </ac:picMkLst>
        </pc:picChg>
        <pc:picChg chg="add mod ord">
          <ac:chgData name="Luis Felipe Romero" userId="a68c3b35-3f81-40e2-b356-0db0b132b71b" providerId="ADAL" clId="{FE6E6813-E18A-4466-88E9-E4C479D0D774}" dt="2023-08-14T10:50:01.235" v="214" actId="1076"/>
          <ac:picMkLst>
            <pc:docMk/>
            <pc:sldMk cId="1622819390" sldId="257"/>
            <ac:picMk id="48" creationId="{2586E8DE-7B31-4726-AFB9-76DEBCBBD2A1}"/>
          </ac:picMkLst>
        </pc:picChg>
        <pc:picChg chg="add mod">
          <ac:chgData name="Luis Felipe Romero" userId="a68c3b35-3f81-40e2-b356-0db0b132b71b" providerId="ADAL" clId="{FE6E6813-E18A-4466-88E9-E4C479D0D774}" dt="2023-08-14T10:50:01.235" v="214" actId="1076"/>
          <ac:picMkLst>
            <pc:docMk/>
            <pc:sldMk cId="1622819390" sldId="257"/>
            <ac:picMk id="49" creationId="{69E57EC9-8121-454A-AE83-5A1525CCDAED}"/>
          </ac:picMkLst>
        </pc:picChg>
        <pc:picChg chg="add del mod">
          <ac:chgData name="Luis Felipe Romero" userId="a68c3b35-3f81-40e2-b356-0db0b132b71b" providerId="ADAL" clId="{FE6E6813-E18A-4466-88E9-E4C479D0D774}" dt="2023-08-14T09:46:39.212" v="11" actId="478"/>
          <ac:picMkLst>
            <pc:docMk/>
            <pc:sldMk cId="1622819390" sldId="257"/>
            <ac:picMk id="1026" creationId="{1E173424-9E2E-4C71-880E-3246938D7A0B}"/>
          </ac:picMkLst>
        </pc:picChg>
        <pc:picChg chg="add mod ord topLvl">
          <ac:chgData name="Luis Felipe Romero" userId="a68c3b35-3f81-40e2-b356-0db0b132b71b" providerId="ADAL" clId="{FE6E6813-E18A-4466-88E9-E4C479D0D774}" dt="2023-08-14T09:51:09.245" v="41" actId="164"/>
          <ac:picMkLst>
            <pc:docMk/>
            <pc:sldMk cId="1622819390" sldId="257"/>
            <ac:picMk id="1028" creationId="{EBCFAA25-5FBB-49D8-84C8-BF29F134DFF6}"/>
          </ac:picMkLst>
        </pc:picChg>
        <pc:picChg chg="add mod">
          <ac:chgData name="Luis Felipe Romero" userId="a68c3b35-3f81-40e2-b356-0db0b132b71b" providerId="ADAL" clId="{FE6E6813-E18A-4466-88E9-E4C479D0D774}" dt="2023-08-14T09:51:09.245" v="41" actId="164"/>
          <ac:picMkLst>
            <pc:docMk/>
            <pc:sldMk cId="1622819390" sldId="257"/>
            <ac:picMk id="1030" creationId="{F6AEE0FE-8DB0-40D7-A30D-820797B14E70}"/>
          </ac:picMkLst>
        </pc:picChg>
        <pc:picChg chg="add mod">
          <ac:chgData name="Luis Felipe Romero" userId="a68c3b35-3f81-40e2-b356-0db0b132b71b" providerId="ADAL" clId="{FE6E6813-E18A-4466-88E9-E4C479D0D774}" dt="2023-08-14T10:50:01.235" v="214" actId="1076"/>
          <ac:picMkLst>
            <pc:docMk/>
            <pc:sldMk cId="1622819390" sldId="257"/>
            <ac:picMk id="1032" creationId="{6A545AB6-C106-4D43-93EE-FF33EF5D4096}"/>
          </ac:picMkLst>
        </pc:picChg>
        <pc:picChg chg="add mod">
          <ac:chgData name="Luis Felipe Romero" userId="a68c3b35-3f81-40e2-b356-0db0b132b71b" providerId="ADAL" clId="{FE6E6813-E18A-4466-88E9-E4C479D0D774}" dt="2023-08-14T10:50:01.235" v="214" actId="1076"/>
          <ac:picMkLst>
            <pc:docMk/>
            <pc:sldMk cId="1622819390" sldId="257"/>
            <ac:picMk id="1034" creationId="{0BFA9D9D-981A-4749-98AE-8930E2861919}"/>
          </ac:picMkLst>
        </pc:picChg>
        <pc:picChg chg="add mod ord">
          <ac:chgData name="Luis Felipe Romero" userId="a68c3b35-3f81-40e2-b356-0db0b132b71b" providerId="ADAL" clId="{FE6E6813-E18A-4466-88E9-E4C479D0D774}" dt="2023-08-14T10:51:13.820" v="226" actId="164"/>
          <ac:picMkLst>
            <pc:docMk/>
            <pc:sldMk cId="1622819390" sldId="257"/>
            <ac:picMk id="1036" creationId="{17EE0527-EC92-4C27-A9E9-4967C7C3BD8E}"/>
          </ac:picMkLst>
        </pc:picChg>
      </pc:sldChg>
      <pc:sldChg chg="addSp delSp modSp add">
        <pc:chgData name="Luis Felipe Romero" userId="a68c3b35-3f81-40e2-b356-0db0b132b71b" providerId="ADAL" clId="{FE6E6813-E18A-4466-88E9-E4C479D0D774}" dt="2023-08-21T07:13:35.567" v="469"/>
        <pc:sldMkLst>
          <pc:docMk/>
          <pc:sldMk cId="1055309260" sldId="258"/>
        </pc:sldMkLst>
        <pc:spChg chg="del">
          <ac:chgData name="Luis Felipe Romero" userId="a68c3b35-3f81-40e2-b356-0db0b132b71b" providerId="ADAL" clId="{FE6E6813-E18A-4466-88E9-E4C479D0D774}" dt="2023-08-21T06:39:27.870" v="240" actId="478"/>
          <ac:spMkLst>
            <pc:docMk/>
            <pc:sldMk cId="1055309260" sldId="258"/>
            <ac:spMk id="2" creationId="{084AED38-F9EC-4DCD-8B79-B0BC3C1707B4}"/>
          </ac:spMkLst>
        </pc:spChg>
        <pc:spChg chg="del">
          <ac:chgData name="Luis Felipe Romero" userId="a68c3b35-3f81-40e2-b356-0db0b132b71b" providerId="ADAL" clId="{FE6E6813-E18A-4466-88E9-E4C479D0D774}" dt="2023-08-21T06:39:23.716" v="239" actId="478"/>
          <ac:spMkLst>
            <pc:docMk/>
            <pc:sldMk cId="1055309260" sldId="258"/>
            <ac:spMk id="3" creationId="{697024CF-9C66-43DA-9775-EDFE049EBAF5}"/>
          </ac:spMkLst>
        </pc:spChg>
        <pc:spChg chg="add del">
          <ac:chgData name="Luis Felipe Romero" userId="a68c3b35-3f81-40e2-b356-0db0b132b71b" providerId="ADAL" clId="{FE6E6813-E18A-4466-88E9-E4C479D0D774}" dt="2023-08-21T06:42:43.935" v="247"/>
          <ac:spMkLst>
            <pc:docMk/>
            <pc:sldMk cId="1055309260" sldId="258"/>
            <ac:spMk id="4" creationId="{161D30E3-30CC-487D-89E5-683D6D7FE207}"/>
          </ac:spMkLst>
        </pc:spChg>
        <pc:spChg chg="add del">
          <ac:chgData name="Luis Felipe Romero" userId="a68c3b35-3f81-40e2-b356-0db0b132b71b" providerId="ADAL" clId="{FE6E6813-E18A-4466-88E9-E4C479D0D774}" dt="2023-08-21T06:44:24" v="257"/>
          <ac:spMkLst>
            <pc:docMk/>
            <pc:sldMk cId="1055309260" sldId="258"/>
            <ac:spMk id="7" creationId="{DE463726-3468-4E6C-BF97-64F2802DC221}"/>
          </ac:spMkLst>
        </pc:spChg>
        <pc:spChg chg="add del">
          <ac:chgData name="Luis Felipe Romero" userId="a68c3b35-3f81-40e2-b356-0db0b132b71b" providerId="ADAL" clId="{FE6E6813-E18A-4466-88E9-E4C479D0D774}" dt="2023-08-21T06:44:33.557" v="259"/>
          <ac:spMkLst>
            <pc:docMk/>
            <pc:sldMk cId="1055309260" sldId="258"/>
            <ac:spMk id="8" creationId="{37872B9E-A80E-4137-8CDC-8B8C4971647A}"/>
          </ac:spMkLst>
        </pc:spChg>
        <pc:spChg chg="add mod">
          <ac:chgData name="Luis Felipe Romero" userId="a68c3b35-3f81-40e2-b356-0db0b132b71b" providerId="ADAL" clId="{FE6E6813-E18A-4466-88E9-E4C479D0D774}" dt="2023-08-21T07:00:26.859" v="390" actId="164"/>
          <ac:spMkLst>
            <pc:docMk/>
            <pc:sldMk cId="1055309260" sldId="258"/>
            <ac:spMk id="20" creationId="{075C0DF0-A31D-4F15-B88E-DFE1B916172B}"/>
          </ac:spMkLst>
        </pc:spChg>
        <pc:spChg chg="add mod">
          <ac:chgData name="Luis Felipe Romero" userId="a68c3b35-3f81-40e2-b356-0db0b132b71b" providerId="ADAL" clId="{FE6E6813-E18A-4466-88E9-E4C479D0D774}" dt="2023-08-21T07:12:27.994" v="465" actId="207"/>
          <ac:spMkLst>
            <pc:docMk/>
            <pc:sldMk cId="1055309260" sldId="258"/>
            <ac:spMk id="22" creationId="{4D39544B-CD47-40AF-A32D-F06C05704E43}"/>
          </ac:spMkLst>
        </pc:spChg>
        <pc:spChg chg="add mod">
          <ac:chgData name="Luis Felipe Romero" userId="a68c3b35-3f81-40e2-b356-0db0b132b71b" providerId="ADAL" clId="{FE6E6813-E18A-4466-88E9-E4C479D0D774}" dt="2023-08-21T07:12:16.619" v="463" actId="207"/>
          <ac:spMkLst>
            <pc:docMk/>
            <pc:sldMk cId="1055309260" sldId="258"/>
            <ac:spMk id="26" creationId="{D5F96899-C7C0-4454-B1F3-E3C8FDBE28FF}"/>
          </ac:spMkLst>
        </pc:spChg>
        <pc:spChg chg="mod">
          <ac:chgData name="Luis Felipe Romero" userId="a68c3b35-3f81-40e2-b356-0db0b132b71b" providerId="ADAL" clId="{FE6E6813-E18A-4466-88E9-E4C479D0D774}" dt="2023-08-21T07:12:22.856" v="464" actId="207"/>
          <ac:spMkLst>
            <pc:docMk/>
            <pc:sldMk cId="1055309260" sldId="258"/>
            <ac:spMk id="35" creationId="{EE1B72C7-A5EE-4E89-BCD3-ABDEFF368023}"/>
          </ac:spMkLst>
        </pc:spChg>
        <pc:spChg chg="mod">
          <ac:chgData name="Luis Felipe Romero" userId="a68c3b35-3f81-40e2-b356-0db0b132b71b" providerId="ADAL" clId="{FE6E6813-E18A-4466-88E9-E4C479D0D774}" dt="2023-08-21T07:12:33.230" v="466" actId="207"/>
          <ac:spMkLst>
            <pc:docMk/>
            <pc:sldMk cId="1055309260" sldId="258"/>
            <ac:spMk id="43" creationId="{76454A08-27B8-4ABC-897F-2C1BC5122B49}"/>
          </ac:spMkLst>
        </pc:spChg>
        <pc:grpChg chg="add mod">
          <ac:chgData name="Luis Felipe Romero" userId="a68c3b35-3f81-40e2-b356-0db0b132b71b" providerId="ADAL" clId="{FE6E6813-E18A-4466-88E9-E4C479D0D774}" dt="2023-08-21T07:13:32.960" v="468"/>
          <ac:grpSpMkLst>
            <pc:docMk/>
            <pc:sldMk cId="1055309260" sldId="258"/>
            <ac:grpSpMk id="10" creationId="{B00A9380-6600-41CB-9614-4889AF153624}"/>
          </ac:grpSpMkLst>
        </pc:grpChg>
        <pc:grpChg chg="add mod">
          <ac:chgData name="Luis Felipe Romero" userId="a68c3b35-3f81-40e2-b356-0db0b132b71b" providerId="ADAL" clId="{FE6E6813-E18A-4466-88E9-E4C479D0D774}" dt="2023-08-21T07:08:08.316" v="462" actId="1035"/>
          <ac:grpSpMkLst>
            <pc:docMk/>
            <pc:sldMk cId="1055309260" sldId="258"/>
            <ac:grpSpMk id="25" creationId="{AB2D5CAC-3BDF-41CE-BBA5-F61FDB7E3D7A}"/>
          </ac:grpSpMkLst>
        </pc:grpChg>
        <pc:grpChg chg="add mod">
          <ac:chgData name="Luis Felipe Romero" userId="a68c3b35-3f81-40e2-b356-0db0b132b71b" providerId="ADAL" clId="{FE6E6813-E18A-4466-88E9-E4C479D0D774}" dt="2023-08-21T07:13:30.234" v="467"/>
          <ac:grpSpMkLst>
            <pc:docMk/>
            <pc:sldMk cId="1055309260" sldId="258"/>
            <ac:grpSpMk id="27" creationId="{8BCE6E24-7415-483D-AC69-A3F8B4F8EB19}"/>
          </ac:grpSpMkLst>
        </pc:grpChg>
        <pc:grpChg chg="add mod">
          <ac:chgData name="Luis Felipe Romero" userId="a68c3b35-3f81-40e2-b356-0db0b132b71b" providerId="ADAL" clId="{FE6E6813-E18A-4466-88E9-E4C479D0D774}" dt="2023-08-21T07:08:08.316" v="462" actId="1035"/>
          <ac:grpSpMkLst>
            <pc:docMk/>
            <pc:sldMk cId="1055309260" sldId="258"/>
            <ac:grpSpMk id="31" creationId="{03A0BD97-BB4D-4480-98DE-7C657808C75B}"/>
          </ac:grpSpMkLst>
        </pc:grpChg>
        <pc:grpChg chg="add mod">
          <ac:chgData name="Luis Felipe Romero" userId="a68c3b35-3f81-40e2-b356-0db0b132b71b" providerId="ADAL" clId="{FE6E6813-E18A-4466-88E9-E4C479D0D774}" dt="2023-08-21T07:13:35.567" v="469"/>
          <ac:grpSpMkLst>
            <pc:docMk/>
            <pc:sldMk cId="1055309260" sldId="258"/>
            <ac:grpSpMk id="36" creationId="{2D812EDA-F278-4F8B-90CF-4D9F5A123E6C}"/>
          </ac:grpSpMkLst>
        </pc:grpChg>
        <pc:grpChg chg="add mod">
          <ac:chgData name="Luis Felipe Romero" userId="a68c3b35-3f81-40e2-b356-0db0b132b71b" providerId="ADAL" clId="{FE6E6813-E18A-4466-88E9-E4C479D0D774}" dt="2023-08-21T07:08:08.316" v="462" actId="1035"/>
          <ac:grpSpMkLst>
            <pc:docMk/>
            <pc:sldMk cId="1055309260" sldId="258"/>
            <ac:grpSpMk id="39" creationId="{703D2DF8-6530-4657-95E7-7D547B1B1DD6}"/>
          </ac:grpSpMkLst>
        </pc:grpChg>
        <pc:picChg chg="add del mod">
          <ac:chgData name="Luis Felipe Romero" userId="a68c3b35-3f81-40e2-b356-0db0b132b71b" providerId="ADAL" clId="{FE6E6813-E18A-4466-88E9-E4C479D0D774}" dt="2023-08-21T06:41:44.211" v="245" actId="478"/>
          <ac:picMkLst>
            <pc:docMk/>
            <pc:sldMk cId="1055309260" sldId="258"/>
            <ac:picMk id="5" creationId="{CF84CB1F-7927-49DE-B5E9-76F8F7B05A88}"/>
          </ac:picMkLst>
        </pc:picChg>
        <pc:picChg chg="add del mod">
          <ac:chgData name="Luis Felipe Romero" userId="a68c3b35-3f81-40e2-b356-0db0b132b71b" providerId="ADAL" clId="{FE6E6813-E18A-4466-88E9-E4C479D0D774}" dt="2023-08-21T06:43:14.198" v="255"/>
          <ac:picMkLst>
            <pc:docMk/>
            <pc:sldMk cId="1055309260" sldId="258"/>
            <ac:picMk id="6" creationId="{DCFC823C-F5C3-4E16-9A38-5DA0EBC49B12}"/>
          </ac:picMkLst>
        </pc:picChg>
        <pc:picChg chg="add mod modCrop">
          <ac:chgData name="Luis Felipe Romero" userId="a68c3b35-3f81-40e2-b356-0db0b132b71b" providerId="ADAL" clId="{FE6E6813-E18A-4466-88E9-E4C479D0D774}" dt="2023-08-21T06:45:30.378" v="266" actId="164"/>
          <ac:picMkLst>
            <pc:docMk/>
            <pc:sldMk cId="1055309260" sldId="258"/>
            <ac:picMk id="9" creationId="{175E50BB-34FB-4A04-8829-8BBB7F1C2A70}"/>
          </ac:picMkLst>
        </pc:picChg>
        <pc:picChg chg="add del">
          <ac:chgData name="Luis Felipe Romero" userId="a68c3b35-3f81-40e2-b356-0db0b132b71b" providerId="ADAL" clId="{FE6E6813-E18A-4466-88E9-E4C479D0D774}" dt="2023-08-21T06:48:40.856" v="269"/>
          <ac:picMkLst>
            <pc:docMk/>
            <pc:sldMk cId="1055309260" sldId="258"/>
            <ac:picMk id="11" creationId="{D206C0E8-C73B-4674-9222-39087C656E79}"/>
          </ac:picMkLst>
        </pc:picChg>
        <pc:picChg chg="add del mod">
          <ac:chgData name="Luis Felipe Romero" userId="a68c3b35-3f81-40e2-b356-0db0b132b71b" providerId="ADAL" clId="{FE6E6813-E18A-4466-88E9-E4C479D0D774}" dt="2023-08-21T06:55:54.947" v="323" actId="478"/>
          <ac:picMkLst>
            <pc:docMk/>
            <pc:sldMk cId="1055309260" sldId="258"/>
            <ac:picMk id="13" creationId="{8DDC2E79-D352-472A-B023-2323EA2D92DB}"/>
          </ac:picMkLst>
        </pc:picChg>
        <pc:picChg chg="add mod">
          <ac:chgData name="Luis Felipe Romero" userId="a68c3b35-3f81-40e2-b356-0db0b132b71b" providerId="ADAL" clId="{FE6E6813-E18A-4466-88E9-E4C479D0D774}" dt="2023-08-21T06:45:30.378" v="266" actId="164"/>
          <ac:picMkLst>
            <pc:docMk/>
            <pc:sldMk cId="1055309260" sldId="258"/>
            <ac:picMk id="1026" creationId="{5CD98798-3A33-4046-8B91-AEB5D6E62A2F}"/>
          </ac:picMkLst>
        </pc:picChg>
        <pc:picChg chg="add del mod ord">
          <ac:chgData name="Luis Felipe Romero" userId="a68c3b35-3f81-40e2-b356-0db0b132b71b" providerId="ADAL" clId="{FE6E6813-E18A-4466-88E9-E4C479D0D774}" dt="2023-08-21T06:53:53.754" v="288" actId="478"/>
          <ac:picMkLst>
            <pc:docMk/>
            <pc:sldMk cId="1055309260" sldId="258"/>
            <ac:picMk id="1032" creationId="{FF10CDF2-94FC-4A8C-B670-AD20A77D4A26}"/>
          </ac:picMkLst>
        </pc:picChg>
        <pc:cxnChg chg="add mod ord">
          <ac:chgData name="Luis Felipe Romero" userId="a68c3b35-3f81-40e2-b356-0db0b132b71b" providerId="ADAL" clId="{FE6E6813-E18A-4466-88E9-E4C479D0D774}" dt="2023-08-21T07:00:26.859" v="390" actId="164"/>
          <ac:cxnSpMkLst>
            <pc:docMk/>
            <pc:sldMk cId="1055309260" sldId="258"/>
            <ac:cxnSpMk id="15" creationId="{2673DDFD-ABD4-4A83-AD63-B2FC1B43DCBB}"/>
          </ac:cxnSpMkLst>
        </pc:cxnChg>
        <pc:cxnChg chg="add del">
          <ac:chgData name="Luis Felipe Romero" userId="a68c3b35-3f81-40e2-b356-0db0b132b71b" providerId="ADAL" clId="{FE6E6813-E18A-4466-88E9-E4C479D0D774}" dt="2023-08-21T06:57:06.398" v="331" actId="478"/>
          <ac:cxnSpMkLst>
            <pc:docMk/>
            <pc:sldMk cId="1055309260" sldId="258"/>
            <ac:cxnSpMk id="23" creationId="{41989BEC-5066-4E50-BC1A-FD53156903FC}"/>
          </ac:cxnSpMkLst>
        </pc:cxnChg>
        <pc:cxnChg chg="add mod">
          <ac:chgData name="Luis Felipe Romero" userId="a68c3b35-3f81-40e2-b356-0db0b132b71b" providerId="ADAL" clId="{FE6E6813-E18A-4466-88E9-E4C479D0D774}" dt="2023-08-21T07:00:26.859" v="390" actId="164"/>
          <ac:cxnSpMkLst>
            <pc:docMk/>
            <pc:sldMk cId="1055309260" sldId="258"/>
            <ac:cxnSpMk id="24" creationId="{E701D214-727F-4F68-B80F-3356E2D2530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4D26E-F400-45FF-A80F-5C7CDDD59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3C7075-8789-40F0-978B-F5B493D8F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777D1D-9B50-41E4-8A1F-057D2BDA2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8E90A-C880-46B0-BF9E-959BABD05D10}" type="datetimeFigureOut">
              <a:rPr lang="es-ES" smtClean="0"/>
              <a:t>21/08/2023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D66CB8-4AF5-415F-8A8E-F402E40E6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5BB97E-67A5-4251-AB83-497EC7AF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5E99-4F88-4748-9DE0-3DD76E26C1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307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83104-0A74-4CB8-AFB6-57BD613A5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DCB6DB-B96D-4B1F-BFDC-7034F1CD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EDBE1F-5708-4356-B33F-62C84E800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8E90A-C880-46B0-BF9E-959BABD05D10}" type="datetimeFigureOut">
              <a:rPr lang="es-ES" smtClean="0"/>
              <a:t>21/08/2023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7D0744-B3E9-4C0B-A33F-6F701022E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A1D9BB-D180-4AA2-A07E-E77E23F97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5E99-4F88-4748-9DE0-3DD76E26C1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671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85729-6488-4DF7-9C66-54A234561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BA2A5B-45A6-4E6A-B7E7-B8750BAE6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9FA0D-DDFA-49BB-A406-A4A1947E1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8E90A-C880-46B0-BF9E-959BABD05D10}" type="datetimeFigureOut">
              <a:rPr lang="es-ES" smtClean="0"/>
              <a:t>21/08/2023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EA9DD6-505D-40A1-9E06-0C4CC969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75F6E7-DD0B-4A2A-9182-2C605EC82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5E99-4F88-4748-9DE0-3DD76E26C1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4477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50001-0218-498A-940D-ECF6D876B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0B526A-8E71-4686-82A8-4A86A2003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FD6017-BE84-4321-A3CB-9F69E4590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CCA93E-1CAC-46FE-B20B-716FD80CA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8E90A-C880-46B0-BF9E-959BABD05D10}" type="datetimeFigureOut">
              <a:rPr lang="es-ES" smtClean="0"/>
              <a:t>21/08/2023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D95AD1-09EC-40BC-993E-BF4432665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4B2637F-880B-4D7A-8198-EC1736E5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5E99-4F88-4748-9DE0-3DD76E26C1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5745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73BE1-0454-43AA-8E36-3963E6E35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165473-E014-4676-9EFE-886D10DEE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4D407B-4511-437B-9565-300D280A2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8C93B68-AFAB-4F5B-A55E-980F57F189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1B89FCC-ED9A-4A9E-BF21-1D95D6C6E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0AA7A18-C25D-4CFE-BC96-7C0D27A4F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8E90A-C880-46B0-BF9E-959BABD05D10}" type="datetimeFigureOut">
              <a:rPr lang="es-ES" smtClean="0"/>
              <a:t>21/08/2023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123B74A-7FD8-4C34-920B-3EA83621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6F9D99E-7334-4737-8F84-ACC96476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5E99-4F88-4748-9DE0-3DD76E26C1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2977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F60DE-C297-4248-97ED-FAD5B8EA4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6D56AB2-8D1B-4D8C-B683-039193616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8E90A-C880-46B0-BF9E-959BABD05D10}" type="datetimeFigureOut">
              <a:rPr lang="es-ES" smtClean="0"/>
              <a:t>21/08/2023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321AA70-6654-47D2-99D7-F8A1DE0F4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6AC10-00D7-40C8-9D05-BD1DEFEE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5E99-4F88-4748-9DE0-3DD76E26C1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086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BC2CCF-E038-4029-92A9-01F217D68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8E90A-C880-46B0-BF9E-959BABD05D10}" type="datetimeFigureOut">
              <a:rPr lang="es-ES" smtClean="0"/>
              <a:t>21/08/2023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2A6E765-3E3C-46D8-AD21-37295163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8E45B2-3190-45C5-8EF1-9DCC2342F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5E99-4F88-4748-9DE0-3DD76E26C1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9323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159AF-E7D2-44A3-A569-79F5F64A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E68597-56B4-4FFD-8A11-A7F834823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0B053A-29A0-4E05-B658-127DD8A88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146F9-A7E9-4403-A17C-44A002D47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8E90A-C880-46B0-BF9E-959BABD05D10}" type="datetimeFigureOut">
              <a:rPr lang="es-ES" smtClean="0"/>
              <a:t>21/08/2023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840932-21E7-42A9-9CF1-66C389BBF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354664-6BE5-4FBA-B172-02DFE359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5E99-4F88-4748-9DE0-3DD76E26C1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278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CF525-2017-4804-9C63-D54A62EC0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E3FEEEF-E672-425E-A69C-A755271F1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128120-BD6D-4F61-962B-F99B4F631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523BC6-544F-4F7D-8388-4500E3620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8E90A-C880-46B0-BF9E-959BABD05D10}" type="datetimeFigureOut">
              <a:rPr lang="es-ES" smtClean="0"/>
              <a:t>21/08/2023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274628-8B62-4AFF-863D-E25814BB6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E45347-56F4-441B-A0D8-C2A5310B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5E99-4F88-4748-9DE0-3DD76E26C1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114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7E9C1-6FD1-4557-8360-BDA899105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7670894-3337-46B3-AFF1-A31D22A8F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E5F2A9-A2B5-4740-A698-CF5F552E0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8E90A-C880-46B0-BF9E-959BABD05D10}" type="datetimeFigureOut">
              <a:rPr lang="es-ES" smtClean="0"/>
              <a:t>21/08/2023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E16D68-7C3A-4506-ABBC-8345AF92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677DE9-F246-488E-95F7-3DA62143B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5E99-4F88-4748-9DE0-3DD76E26C1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6792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476102F-550E-4C3B-8A37-5E34E0EA38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1640C76-6219-4E71-8674-608DF939B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D64C51-371F-472A-BD95-52A3F1245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8E90A-C880-46B0-BF9E-959BABD05D10}" type="datetimeFigureOut">
              <a:rPr lang="es-ES" smtClean="0"/>
              <a:t>21/08/2023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ED5A2B-3F8A-4896-8FE6-28A353B5F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F4B461-26A4-4C06-AD75-DAE880F8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5E99-4F88-4748-9DE0-3DD76E26C1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4026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2932D85-5A07-4A24-8E10-46F18248D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46F138-2AF1-465F-9338-F4C2DB8E8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A5B38A-9F00-48D9-8B17-D5713F172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8E90A-C880-46B0-BF9E-959BABD05D10}" type="datetimeFigureOut">
              <a:rPr lang="es-ES" smtClean="0"/>
              <a:t>21/08/2023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1E47BF-1D55-4FEC-A4A4-B3641ECBDA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A11B3C-0848-46FF-9BD3-8AE76E506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65E99-4F88-4748-9DE0-3DD76E26C1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415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80A477F2-11CD-4949-B734-4A9CAFA1F887}"/>
              </a:ext>
            </a:extLst>
          </p:cNvPr>
          <p:cNvGrpSpPr/>
          <p:nvPr/>
        </p:nvGrpSpPr>
        <p:grpSpPr>
          <a:xfrm rot="658795">
            <a:off x="8113077" y="3583599"/>
            <a:ext cx="1473351" cy="1844612"/>
            <a:chOff x="6369513" y="831831"/>
            <a:chExt cx="1473351" cy="1844612"/>
          </a:xfrm>
        </p:grpSpPr>
        <p:pic>
          <p:nvPicPr>
            <p:cNvPr id="34" name="Picture 2" descr="File:Red sphere shaded lightsource top right.svg - Wikimedia ...">
              <a:extLst>
                <a:ext uri="{FF2B5EF4-FFF2-40B4-BE49-F238E27FC236}">
                  <a16:creationId xmlns:a16="http://schemas.microsoft.com/office/drawing/2014/main" id="{1B688F0F-F1D4-43AA-BFC2-05E0EF9A43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69513" y="1665790"/>
              <a:ext cx="1010653" cy="10106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498B4C71-1628-4D44-9752-DD7A2E6127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4839" y="831831"/>
              <a:ext cx="0" cy="925397"/>
            </a:xfrm>
            <a:prstGeom prst="line">
              <a:avLst/>
            </a:prstGeom>
            <a:ln w="730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riángulo isósceles 35">
              <a:extLst>
                <a:ext uri="{FF2B5EF4-FFF2-40B4-BE49-F238E27FC236}">
                  <a16:creationId xmlns:a16="http://schemas.microsoft.com/office/drawing/2014/main" id="{AF913C74-D82A-42B1-B721-330FC8553256}"/>
                </a:ext>
              </a:extLst>
            </p:cNvPr>
            <p:cNvSpPr/>
            <p:nvPr/>
          </p:nvSpPr>
          <p:spPr>
            <a:xfrm rot="5400000">
              <a:off x="7118909" y="630389"/>
              <a:ext cx="522513" cy="925397"/>
            </a:xfrm>
            <a:prstGeom prst="triangle">
              <a:avLst/>
            </a:prstGeom>
            <a:solidFill>
              <a:schemeClr val="bg1"/>
            </a:solidFill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C6A65175-FF1D-4BCA-9938-9404DB8FA9B2}"/>
              </a:ext>
            </a:extLst>
          </p:cNvPr>
          <p:cNvGrpSpPr/>
          <p:nvPr/>
        </p:nvGrpSpPr>
        <p:grpSpPr>
          <a:xfrm>
            <a:off x="10102409" y="3487554"/>
            <a:ext cx="1473351" cy="1844612"/>
            <a:chOff x="7751660" y="994841"/>
            <a:chExt cx="1473351" cy="1844612"/>
          </a:xfrm>
        </p:grpSpPr>
        <p:pic>
          <p:nvPicPr>
            <p:cNvPr id="25" name="Picture 2" descr="File:Red sphere shaded lightsource top right.svg - Wikimedia ...">
              <a:extLst>
                <a:ext uri="{FF2B5EF4-FFF2-40B4-BE49-F238E27FC236}">
                  <a16:creationId xmlns:a16="http://schemas.microsoft.com/office/drawing/2014/main" id="{8385F570-3752-4007-8D1B-788A1DA479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51660" y="1828800"/>
              <a:ext cx="1010653" cy="10106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DCAEC9A8-2397-4357-B20F-F94497B9D0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6986" y="994841"/>
              <a:ext cx="0" cy="925397"/>
            </a:xfrm>
            <a:prstGeom prst="line">
              <a:avLst/>
            </a:prstGeom>
            <a:ln w="730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riángulo isósceles 26">
              <a:extLst>
                <a:ext uri="{FF2B5EF4-FFF2-40B4-BE49-F238E27FC236}">
                  <a16:creationId xmlns:a16="http://schemas.microsoft.com/office/drawing/2014/main" id="{162C3CAB-A0D8-4F38-922B-43A55D3B8B78}"/>
                </a:ext>
              </a:extLst>
            </p:cNvPr>
            <p:cNvSpPr/>
            <p:nvPr/>
          </p:nvSpPr>
          <p:spPr>
            <a:xfrm rot="5400000">
              <a:off x="8501056" y="793399"/>
              <a:ext cx="522513" cy="925397"/>
            </a:xfrm>
            <a:prstGeom prst="triangle">
              <a:avLst/>
            </a:prstGeom>
            <a:solidFill>
              <a:srgbClr val="00FF00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64A52CA3-5882-45B2-B0C6-83E1ED44BFAE}"/>
              </a:ext>
            </a:extLst>
          </p:cNvPr>
          <p:cNvGrpSpPr/>
          <p:nvPr/>
        </p:nvGrpSpPr>
        <p:grpSpPr>
          <a:xfrm rot="1379550">
            <a:off x="5711470" y="3583598"/>
            <a:ext cx="1473351" cy="1844612"/>
            <a:chOff x="9902677" y="1700486"/>
            <a:chExt cx="1473351" cy="1844612"/>
          </a:xfrm>
        </p:grpSpPr>
        <p:pic>
          <p:nvPicPr>
            <p:cNvPr id="28" name="Picture 2" descr="File:Red sphere shaded lightsource top right.svg - Wikimedia ...">
              <a:extLst>
                <a:ext uri="{FF2B5EF4-FFF2-40B4-BE49-F238E27FC236}">
                  <a16:creationId xmlns:a16="http://schemas.microsoft.com/office/drawing/2014/main" id="{09EC329D-67D2-414A-A2FE-C35003DC17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2677" y="2534445"/>
              <a:ext cx="1010653" cy="10106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B62990B7-C918-42C4-BD8B-BCCBA0A300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08003" y="1700486"/>
              <a:ext cx="0" cy="925397"/>
            </a:xfrm>
            <a:prstGeom prst="line">
              <a:avLst/>
            </a:prstGeom>
            <a:ln w="730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riángulo isósceles 29">
              <a:extLst>
                <a:ext uri="{FF2B5EF4-FFF2-40B4-BE49-F238E27FC236}">
                  <a16:creationId xmlns:a16="http://schemas.microsoft.com/office/drawing/2014/main" id="{68DCB6F0-4D0A-4E54-B4F9-C4BC4D89A96C}"/>
                </a:ext>
              </a:extLst>
            </p:cNvPr>
            <p:cNvSpPr/>
            <p:nvPr/>
          </p:nvSpPr>
          <p:spPr>
            <a:xfrm rot="5400000">
              <a:off x="10652073" y="1499044"/>
              <a:ext cx="522513" cy="925397"/>
            </a:xfrm>
            <a:prstGeom prst="triangle">
              <a:avLst/>
            </a:prstGeom>
            <a:solidFill>
              <a:srgbClr val="0033CC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E7A95013-B48D-44AA-A204-94F9D417AF7A}"/>
              </a:ext>
            </a:extLst>
          </p:cNvPr>
          <p:cNvGrpSpPr/>
          <p:nvPr/>
        </p:nvGrpSpPr>
        <p:grpSpPr>
          <a:xfrm rot="19369625">
            <a:off x="3053403" y="3440511"/>
            <a:ext cx="1473351" cy="1852863"/>
            <a:chOff x="5321969" y="1339286"/>
            <a:chExt cx="1473351" cy="1852863"/>
          </a:xfrm>
        </p:grpSpPr>
        <p:pic>
          <p:nvPicPr>
            <p:cNvPr id="21" name="Picture 2" descr="File:Red sphere shaded lightsource top right.svg - Wikimedia ...">
              <a:extLst>
                <a:ext uri="{FF2B5EF4-FFF2-40B4-BE49-F238E27FC236}">
                  <a16:creationId xmlns:a16="http://schemas.microsoft.com/office/drawing/2014/main" id="{AC72253E-8C7F-44BB-8697-48EA89FD5F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1969" y="2181496"/>
              <a:ext cx="1010653" cy="10106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D32DD775-532D-4F33-A8E2-62FEE34B12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7295" y="1339286"/>
              <a:ext cx="0" cy="925397"/>
            </a:xfrm>
            <a:prstGeom prst="line">
              <a:avLst/>
            </a:prstGeom>
            <a:ln w="730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riángulo isósceles 22">
              <a:extLst>
                <a:ext uri="{FF2B5EF4-FFF2-40B4-BE49-F238E27FC236}">
                  <a16:creationId xmlns:a16="http://schemas.microsoft.com/office/drawing/2014/main" id="{43FA77E0-CF69-49FF-9F79-5933DFEF17F1}"/>
                </a:ext>
              </a:extLst>
            </p:cNvPr>
            <p:cNvSpPr/>
            <p:nvPr/>
          </p:nvSpPr>
          <p:spPr>
            <a:xfrm rot="5400000">
              <a:off x="6071365" y="1137844"/>
              <a:ext cx="522513" cy="925397"/>
            </a:xfrm>
            <a:prstGeom prst="triangle">
              <a:avLst/>
            </a:prstGeom>
            <a:solidFill>
              <a:srgbClr val="FFFF00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11BEF47-56E3-4825-8AF9-1266C952B4C5}"/>
              </a:ext>
            </a:extLst>
          </p:cNvPr>
          <p:cNvGrpSpPr/>
          <p:nvPr/>
        </p:nvGrpSpPr>
        <p:grpSpPr>
          <a:xfrm>
            <a:off x="883233" y="3528801"/>
            <a:ext cx="1473351" cy="1844612"/>
            <a:chOff x="2426369" y="3304903"/>
            <a:chExt cx="1473351" cy="1844612"/>
          </a:xfrm>
        </p:grpSpPr>
        <p:pic>
          <p:nvPicPr>
            <p:cNvPr id="1026" name="Picture 2" descr="File:Red sphere shaded lightsource top right.svg - Wikimedia ...">
              <a:extLst>
                <a:ext uri="{FF2B5EF4-FFF2-40B4-BE49-F238E27FC236}">
                  <a16:creationId xmlns:a16="http://schemas.microsoft.com/office/drawing/2014/main" id="{158C6649-EFB9-4F81-81D4-B582F9F365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6369" y="4138862"/>
              <a:ext cx="1010653" cy="10106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695A4A88-ABAB-433B-8329-2D30CAF0D1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1695" y="3304903"/>
              <a:ext cx="0" cy="925397"/>
            </a:xfrm>
            <a:prstGeom prst="line">
              <a:avLst/>
            </a:prstGeom>
            <a:ln w="730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iángulo isósceles 5">
              <a:extLst>
                <a:ext uri="{FF2B5EF4-FFF2-40B4-BE49-F238E27FC236}">
                  <a16:creationId xmlns:a16="http://schemas.microsoft.com/office/drawing/2014/main" id="{50221BFA-F21A-4272-BB66-ECC7AA46B487}"/>
                </a:ext>
              </a:extLst>
            </p:cNvPr>
            <p:cNvSpPr/>
            <p:nvPr/>
          </p:nvSpPr>
          <p:spPr>
            <a:xfrm rot="5400000">
              <a:off x="3175765" y="3103461"/>
              <a:ext cx="522513" cy="925397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EA3BFE2-B2E2-4E99-A039-902398217F47}"/>
              </a:ext>
            </a:extLst>
          </p:cNvPr>
          <p:cNvGrpSpPr/>
          <p:nvPr/>
        </p:nvGrpSpPr>
        <p:grpSpPr>
          <a:xfrm>
            <a:off x="407497" y="4321513"/>
            <a:ext cx="11575745" cy="1737932"/>
            <a:chOff x="2070634" y="4034359"/>
            <a:chExt cx="8950058" cy="1737932"/>
          </a:xfrm>
        </p:grpSpPr>
        <p:pic>
          <p:nvPicPr>
            <p:cNvPr id="1032" name="Picture 8" descr="Archivo de imagen PNG de onda - PNG All">
              <a:extLst>
                <a:ext uri="{FF2B5EF4-FFF2-40B4-BE49-F238E27FC236}">
                  <a16:creationId xmlns:a16="http://schemas.microsoft.com/office/drawing/2014/main" id="{937A9C1F-19E9-45FB-9EC5-D1511A11E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0634" y="4034359"/>
              <a:ext cx="5035555" cy="1722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8" descr="Archivo de imagen PNG de onda - PNG All">
              <a:extLst>
                <a:ext uri="{FF2B5EF4-FFF2-40B4-BE49-F238E27FC236}">
                  <a16:creationId xmlns:a16="http://schemas.microsoft.com/office/drawing/2014/main" id="{C643F4A9-8018-4124-9E2F-1BB219BC31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5137" y="4050171"/>
              <a:ext cx="5035555" cy="1722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004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EE72042B-9801-45BA-9AC1-B727D48B4D6B}"/>
              </a:ext>
            </a:extLst>
          </p:cNvPr>
          <p:cNvGrpSpPr/>
          <p:nvPr/>
        </p:nvGrpSpPr>
        <p:grpSpPr>
          <a:xfrm>
            <a:off x="5187046" y="-66584"/>
            <a:ext cx="1502383" cy="1406364"/>
            <a:chOff x="5187046" y="-66584"/>
            <a:chExt cx="1502383" cy="1406364"/>
          </a:xfrm>
        </p:grpSpPr>
        <p:pic>
          <p:nvPicPr>
            <p:cNvPr id="1036" name="Picture 12" descr="ANTENA GPS, Otros accesorios">
              <a:extLst>
                <a:ext uri="{FF2B5EF4-FFF2-40B4-BE49-F238E27FC236}">
                  <a16:creationId xmlns:a16="http://schemas.microsoft.com/office/drawing/2014/main" id="{17EE0527-EC92-4C27-A9E9-4967C7C3BD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7046" y="-66584"/>
              <a:ext cx="1406364" cy="1406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0F30F128-0A5E-47E4-88B6-E2FCB73A6954}"/>
                </a:ext>
              </a:extLst>
            </p:cNvPr>
            <p:cNvSpPr txBox="1"/>
            <p:nvPr/>
          </p:nvSpPr>
          <p:spPr>
            <a:xfrm>
              <a:off x="6012096" y="343321"/>
              <a:ext cx="677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50€</a:t>
              </a:r>
            </a:p>
          </p:txBody>
        </p:sp>
      </p:grpSp>
      <p:pic>
        <p:nvPicPr>
          <p:cNvPr id="48" name="Picture 4" descr="https://newplanethome.com/cdn/shop/products/SDNMYPILARECARGABLELITIO186504800MAHNEWPLANETHOME.jpg?v=1665749765">
            <a:extLst>
              <a:ext uri="{FF2B5EF4-FFF2-40B4-BE49-F238E27FC236}">
                <a16:creationId xmlns:a16="http://schemas.microsoft.com/office/drawing/2014/main" id="{2586E8DE-7B31-4726-AFB9-76DEBCBBD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517" y="1665111"/>
            <a:ext cx="1217083" cy="1217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D4E3E867-651E-4B57-A25A-DAF4FF4B045A}"/>
              </a:ext>
            </a:extLst>
          </p:cNvPr>
          <p:cNvGrpSpPr/>
          <p:nvPr/>
        </p:nvGrpSpPr>
        <p:grpSpPr>
          <a:xfrm>
            <a:off x="1425018" y="3977786"/>
            <a:ext cx="588787" cy="1069444"/>
            <a:chOff x="7491137" y="0"/>
            <a:chExt cx="1457873" cy="2016124"/>
          </a:xfrm>
        </p:grpSpPr>
        <p:pic>
          <p:nvPicPr>
            <p:cNvPr id="28" name="Picture 4" descr="https://newplanethome.com/cdn/shop/products/SDNMYPILARECARGABLELITIO186504800MAHNEWPLANETHOME.jpg?v=1665749765">
              <a:extLst>
                <a:ext uri="{FF2B5EF4-FFF2-40B4-BE49-F238E27FC236}">
                  <a16:creationId xmlns:a16="http://schemas.microsoft.com/office/drawing/2014/main" id="{7C1ABE0D-969B-4BD8-9AB6-C3E48F8CF4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1533" y="799041"/>
              <a:ext cx="1217083" cy="12170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6" descr="TTGO T-Beam ESP32 WiFi GPS NEO-6M LoRa 868 MHz">
              <a:extLst>
                <a:ext uri="{FF2B5EF4-FFF2-40B4-BE49-F238E27FC236}">
                  <a16:creationId xmlns:a16="http://schemas.microsoft.com/office/drawing/2014/main" id="{D39C789D-8D63-4824-86BA-736FAE6BAB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1137" y="0"/>
              <a:ext cx="1457873" cy="10408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6BCF403D-25E9-4EC2-BB28-509B71F35D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3793" y="1439333"/>
            <a:ext cx="2898190" cy="67914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BE1A315-D380-417A-88A9-F4EBCEFB3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3805" y="4071990"/>
            <a:ext cx="2898190" cy="679144"/>
          </a:xfrm>
          <a:prstGeom prst="rect">
            <a:avLst/>
          </a:prstGeom>
        </p:spPr>
      </p:pic>
      <p:pic>
        <p:nvPicPr>
          <p:cNvPr id="22" name="Picture 4" descr="https://newplanethome.com/cdn/shop/products/SDNMYPILARECARGABLELITIO186504800MAHNEWPLANETHOME.jpg?v=1665749765">
            <a:extLst>
              <a:ext uri="{FF2B5EF4-FFF2-40B4-BE49-F238E27FC236}">
                <a16:creationId xmlns:a16="http://schemas.microsoft.com/office/drawing/2014/main" id="{112817B4-708A-4F59-8A89-1827BB9CD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8637" y="4985143"/>
            <a:ext cx="1217083" cy="1217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TTGO T-Beam ESP32 WiFi GPS NEO-6M LoRa 868 MHz">
            <a:extLst>
              <a:ext uri="{FF2B5EF4-FFF2-40B4-BE49-F238E27FC236}">
                <a16:creationId xmlns:a16="http://schemas.microsoft.com/office/drawing/2014/main" id="{743B4770-B6F8-4E4C-A8A1-C10E380F6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534" y="812800"/>
            <a:ext cx="1457873" cy="104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upo 23">
            <a:extLst>
              <a:ext uri="{FF2B5EF4-FFF2-40B4-BE49-F238E27FC236}">
                <a16:creationId xmlns:a16="http://schemas.microsoft.com/office/drawing/2014/main" id="{4E3ECBAA-6510-4B84-A752-11E477CB7673}"/>
              </a:ext>
            </a:extLst>
          </p:cNvPr>
          <p:cNvGrpSpPr/>
          <p:nvPr/>
        </p:nvGrpSpPr>
        <p:grpSpPr>
          <a:xfrm>
            <a:off x="1390232" y="1049033"/>
            <a:ext cx="588787" cy="1069444"/>
            <a:chOff x="7491137" y="0"/>
            <a:chExt cx="1457873" cy="2016124"/>
          </a:xfrm>
        </p:grpSpPr>
        <p:pic>
          <p:nvPicPr>
            <p:cNvPr id="25" name="Picture 4" descr="https://newplanethome.com/cdn/shop/products/SDNMYPILARECARGABLELITIO186504800MAHNEWPLANETHOME.jpg?v=1665749765">
              <a:extLst>
                <a:ext uri="{FF2B5EF4-FFF2-40B4-BE49-F238E27FC236}">
                  <a16:creationId xmlns:a16="http://schemas.microsoft.com/office/drawing/2014/main" id="{84023DEA-837B-403A-90B6-B52553EFD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1533" y="799041"/>
              <a:ext cx="1217083" cy="12170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6" descr="TTGO T-Beam ESP32 WiFi GPS NEO-6M LoRa 868 MHz">
              <a:extLst>
                <a:ext uri="{FF2B5EF4-FFF2-40B4-BE49-F238E27FC236}">
                  <a16:creationId xmlns:a16="http://schemas.microsoft.com/office/drawing/2014/main" id="{22303AC5-57EE-4CD4-9392-245CF1674F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1137" y="0"/>
              <a:ext cx="1457873" cy="10408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9776097F-B064-4AC2-BDA2-60402F3B78B4}"/>
              </a:ext>
            </a:extLst>
          </p:cNvPr>
          <p:cNvGrpSpPr/>
          <p:nvPr/>
        </p:nvGrpSpPr>
        <p:grpSpPr>
          <a:xfrm>
            <a:off x="4852120" y="3910707"/>
            <a:ext cx="588787" cy="1069444"/>
            <a:chOff x="7491137" y="0"/>
            <a:chExt cx="1457873" cy="2016124"/>
          </a:xfrm>
        </p:grpSpPr>
        <p:pic>
          <p:nvPicPr>
            <p:cNvPr id="31" name="Picture 4" descr="https://newplanethome.com/cdn/shop/products/SDNMYPILARECARGABLELITIO186504800MAHNEWPLANETHOME.jpg?v=1665749765">
              <a:extLst>
                <a:ext uri="{FF2B5EF4-FFF2-40B4-BE49-F238E27FC236}">
                  <a16:creationId xmlns:a16="http://schemas.microsoft.com/office/drawing/2014/main" id="{7B58C379-C685-4967-A56F-D5EB30FE59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1533" y="799041"/>
              <a:ext cx="1217083" cy="12170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6" descr="TTGO T-Beam ESP32 WiFi GPS NEO-6M LoRa 868 MHz">
              <a:extLst>
                <a:ext uri="{FF2B5EF4-FFF2-40B4-BE49-F238E27FC236}">
                  <a16:creationId xmlns:a16="http://schemas.microsoft.com/office/drawing/2014/main" id="{FA33C95A-589F-4D5A-B8DF-609D1A6B61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1137" y="0"/>
              <a:ext cx="1457873" cy="10408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2" name="Picture 8" descr="Free Wifi Symbol Cliparts, Download Free Wifi Symbol Cliparts png images,  Free ClipArts on Clipart Library">
            <a:extLst>
              <a:ext uri="{FF2B5EF4-FFF2-40B4-BE49-F238E27FC236}">
                <a16:creationId xmlns:a16="http://schemas.microsoft.com/office/drawing/2014/main" id="{6A545AB6-C106-4D43-93EE-FF33EF5D4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590774">
            <a:off x="6177808" y="1664776"/>
            <a:ext cx="831204" cy="83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8" descr="Free Wifi Symbol Cliparts, Download Free Wifi Symbol Cliparts png images,  Free ClipArts on Clipart Library">
            <a:extLst>
              <a:ext uri="{FF2B5EF4-FFF2-40B4-BE49-F238E27FC236}">
                <a16:creationId xmlns:a16="http://schemas.microsoft.com/office/drawing/2014/main" id="{1B7C3CD7-EC25-4FCC-A8DE-8B342D9C1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87841">
            <a:off x="7433010" y="4556054"/>
            <a:ext cx="831204" cy="83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 descr="Free Wifi Symbol Cliparts, Download Free Wifi Symbol Cliparts png images,  Free ClipArts on Clipart Library">
            <a:extLst>
              <a:ext uri="{FF2B5EF4-FFF2-40B4-BE49-F238E27FC236}">
                <a16:creationId xmlns:a16="http://schemas.microsoft.com/office/drawing/2014/main" id="{A713BB29-7BED-4C17-A368-422E7D9E9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590774">
            <a:off x="1173911" y="1804780"/>
            <a:ext cx="831204" cy="83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8" descr="Free Wifi Symbol Cliparts, Download Free Wifi Symbol Cliparts png images,  Free ClipArts on Clipart Library">
            <a:extLst>
              <a:ext uri="{FF2B5EF4-FFF2-40B4-BE49-F238E27FC236}">
                <a16:creationId xmlns:a16="http://schemas.microsoft.com/office/drawing/2014/main" id="{729A8C77-627E-4560-8DE5-814134410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590774">
            <a:off x="1616245" y="4659100"/>
            <a:ext cx="831204" cy="83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8" descr="Free Wifi Symbol Cliparts, Download Free Wifi Symbol Cliparts png images,  Free ClipArts on Clipart Library">
            <a:extLst>
              <a:ext uri="{FF2B5EF4-FFF2-40B4-BE49-F238E27FC236}">
                <a16:creationId xmlns:a16="http://schemas.microsoft.com/office/drawing/2014/main" id="{2BA6D967-21AD-4ED1-8FDB-E872373EC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590774">
            <a:off x="5197794" y="4276714"/>
            <a:ext cx="831204" cy="83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375DDE7-F26D-4619-9F0D-FAC28A10A445}"/>
              </a:ext>
            </a:extLst>
          </p:cNvPr>
          <p:cNvSpPr txBox="1"/>
          <p:nvPr/>
        </p:nvSpPr>
        <p:spPr>
          <a:xfrm>
            <a:off x="6593410" y="1103549"/>
            <a:ext cx="1563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35€+3€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9822EA6-B7B9-478B-8C3E-3660408E6692}"/>
              </a:ext>
            </a:extLst>
          </p:cNvPr>
          <p:cNvSpPr txBox="1"/>
          <p:nvPr/>
        </p:nvSpPr>
        <p:spPr>
          <a:xfrm>
            <a:off x="546194" y="1516617"/>
            <a:ext cx="67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38€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C259CE71-5CC7-4F36-92E9-995D3A2D72DB}"/>
              </a:ext>
            </a:extLst>
          </p:cNvPr>
          <p:cNvSpPr txBox="1"/>
          <p:nvPr/>
        </p:nvSpPr>
        <p:spPr>
          <a:xfrm>
            <a:off x="582669" y="4163173"/>
            <a:ext cx="67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38€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9D0BFA3-D0F6-4AEB-BA43-0203B40A2D8C}"/>
              </a:ext>
            </a:extLst>
          </p:cNvPr>
          <p:cNvSpPr txBox="1"/>
          <p:nvPr/>
        </p:nvSpPr>
        <p:spPr>
          <a:xfrm>
            <a:off x="5737059" y="3743453"/>
            <a:ext cx="67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38€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19D209F0-F89F-43CF-ADBF-605B031174E8}"/>
              </a:ext>
            </a:extLst>
          </p:cNvPr>
          <p:cNvSpPr txBox="1"/>
          <p:nvPr/>
        </p:nvSpPr>
        <p:spPr>
          <a:xfrm>
            <a:off x="8370479" y="3776464"/>
            <a:ext cx="1107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8€ + 3€</a:t>
            </a:r>
          </a:p>
        </p:txBody>
      </p:sp>
      <p:pic>
        <p:nvPicPr>
          <p:cNvPr id="1034" name="Picture 10" descr="Ttgo Lora32 V2.1 Esp32 Bluetooth Wifi Módulo inalámbrico 433mhz 0.96  pulgadas Bluetooth Wifi Módulo inalámbrico Sma Ip5306 | Fruugo ES">
            <a:extLst>
              <a:ext uri="{FF2B5EF4-FFF2-40B4-BE49-F238E27FC236}">
                <a16:creationId xmlns:a16="http://schemas.microsoft.com/office/drawing/2014/main" id="{0BFA9D9D-981A-4749-98AE-8930E2861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452" y="4191765"/>
            <a:ext cx="1162628" cy="116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20D0F9D7-D272-44E0-86D2-0E7CC3F1DB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3683" y="5047230"/>
            <a:ext cx="728256" cy="1496971"/>
          </a:xfrm>
          <a:prstGeom prst="rect">
            <a:avLst/>
          </a:prstGeom>
        </p:spPr>
      </p:pic>
      <p:pic>
        <p:nvPicPr>
          <p:cNvPr id="49" name="Picture 8" descr="Free Wifi Symbol Cliparts, Download Free Wifi Symbol Cliparts png images,  Free ClipArts on Clipart Library">
            <a:extLst>
              <a:ext uri="{FF2B5EF4-FFF2-40B4-BE49-F238E27FC236}">
                <a16:creationId xmlns:a16="http://schemas.microsoft.com/office/drawing/2014/main" id="{69E57EC9-8121-454A-AE83-5A1525CCD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590774">
            <a:off x="9429162" y="5262705"/>
            <a:ext cx="831204" cy="83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6" name="Grupo 55">
            <a:extLst>
              <a:ext uri="{FF2B5EF4-FFF2-40B4-BE49-F238E27FC236}">
                <a16:creationId xmlns:a16="http://schemas.microsoft.com/office/drawing/2014/main" id="{5945D206-ED69-428C-BAC1-622EF1092E8F}"/>
              </a:ext>
            </a:extLst>
          </p:cNvPr>
          <p:cNvGrpSpPr/>
          <p:nvPr/>
        </p:nvGrpSpPr>
        <p:grpSpPr>
          <a:xfrm>
            <a:off x="1163436" y="155140"/>
            <a:ext cx="1111949" cy="1040883"/>
            <a:chOff x="5187046" y="-66584"/>
            <a:chExt cx="1502383" cy="1406364"/>
          </a:xfrm>
        </p:grpSpPr>
        <p:pic>
          <p:nvPicPr>
            <p:cNvPr id="57" name="Picture 12" descr="ANTENA GPS, Otros accesorios">
              <a:extLst>
                <a:ext uri="{FF2B5EF4-FFF2-40B4-BE49-F238E27FC236}">
                  <a16:creationId xmlns:a16="http://schemas.microsoft.com/office/drawing/2014/main" id="{2EA33B19-FAB9-41B5-B8EB-5AFFE431DD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7046" y="-66584"/>
              <a:ext cx="1406364" cy="1406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46A3103B-25F9-4AFC-B41E-ED9C09943F3B}"/>
                </a:ext>
              </a:extLst>
            </p:cNvPr>
            <p:cNvSpPr txBox="1"/>
            <p:nvPr/>
          </p:nvSpPr>
          <p:spPr>
            <a:xfrm>
              <a:off x="6012096" y="343321"/>
              <a:ext cx="677333" cy="457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/>
                <a:t>50€</a:t>
              </a:r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B832C8F1-B666-49A5-9719-0968C6F06378}"/>
              </a:ext>
            </a:extLst>
          </p:cNvPr>
          <p:cNvGrpSpPr/>
          <p:nvPr/>
        </p:nvGrpSpPr>
        <p:grpSpPr>
          <a:xfrm>
            <a:off x="1008199" y="3024155"/>
            <a:ext cx="1111949" cy="1040883"/>
            <a:chOff x="5187046" y="-66584"/>
            <a:chExt cx="1502383" cy="1406364"/>
          </a:xfrm>
        </p:grpSpPr>
        <p:pic>
          <p:nvPicPr>
            <p:cNvPr id="60" name="Picture 12" descr="ANTENA GPS, Otros accesorios">
              <a:extLst>
                <a:ext uri="{FF2B5EF4-FFF2-40B4-BE49-F238E27FC236}">
                  <a16:creationId xmlns:a16="http://schemas.microsoft.com/office/drawing/2014/main" id="{AD40A7EC-7E5E-49ED-8896-D880A1421E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7046" y="-66584"/>
              <a:ext cx="1406364" cy="1406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91A39F13-EFB5-491D-8047-A75B2C813108}"/>
                </a:ext>
              </a:extLst>
            </p:cNvPr>
            <p:cNvSpPr txBox="1"/>
            <p:nvPr/>
          </p:nvSpPr>
          <p:spPr>
            <a:xfrm>
              <a:off x="6012096" y="343321"/>
              <a:ext cx="677333" cy="457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/>
                <a:t>50€</a:t>
              </a:r>
            </a:p>
          </p:txBody>
        </p:sp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38417B2-EC24-44BF-95A9-BDC0E8758DBD}"/>
              </a:ext>
            </a:extLst>
          </p:cNvPr>
          <p:cNvGrpSpPr/>
          <p:nvPr/>
        </p:nvGrpSpPr>
        <p:grpSpPr>
          <a:xfrm>
            <a:off x="4589833" y="2970788"/>
            <a:ext cx="1111949" cy="1040883"/>
            <a:chOff x="5187046" y="-66584"/>
            <a:chExt cx="1502383" cy="1406364"/>
          </a:xfrm>
        </p:grpSpPr>
        <p:pic>
          <p:nvPicPr>
            <p:cNvPr id="63" name="Picture 12" descr="ANTENA GPS, Otros accesorios">
              <a:extLst>
                <a:ext uri="{FF2B5EF4-FFF2-40B4-BE49-F238E27FC236}">
                  <a16:creationId xmlns:a16="http://schemas.microsoft.com/office/drawing/2014/main" id="{F11E6397-726C-46F4-B67C-5A9B577911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7046" y="-66584"/>
              <a:ext cx="1406364" cy="1406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587E2EC7-1383-431F-BE82-66059A2A2F77}"/>
                </a:ext>
              </a:extLst>
            </p:cNvPr>
            <p:cNvSpPr txBox="1"/>
            <p:nvPr/>
          </p:nvSpPr>
          <p:spPr>
            <a:xfrm>
              <a:off x="6012096" y="343321"/>
              <a:ext cx="677333" cy="457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/>
                <a:t>50€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2819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B00A9380-6600-41CB-9614-4889AF153624}"/>
              </a:ext>
            </a:extLst>
          </p:cNvPr>
          <p:cNvGrpSpPr/>
          <p:nvPr/>
        </p:nvGrpSpPr>
        <p:grpSpPr>
          <a:xfrm>
            <a:off x="4718662" y="2192279"/>
            <a:ext cx="3183467" cy="3183467"/>
            <a:chOff x="2531532" y="2184398"/>
            <a:chExt cx="3183467" cy="3183467"/>
          </a:xfrm>
        </p:grpSpPr>
        <p:pic>
          <p:nvPicPr>
            <p:cNvPr id="1026" name="Picture 2" descr="Android Mockup transparent PNG - StickPNG">
              <a:extLst>
                <a:ext uri="{FF2B5EF4-FFF2-40B4-BE49-F238E27FC236}">
                  <a16:creationId xmlns:a16="http://schemas.microsoft.com/office/drawing/2014/main" id="{5CD98798-3A33-4046-8B91-AEB5D6E62A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prstClr val="black"/>
                <a:schemeClr val="bg1">
                  <a:lumMod val="85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1532" y="2184398"/>
              <a:ext cx="3183467" cy="31834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175E50BB-34FB-4A04-8829-8BBB7F1C2A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prstClr val="black"/>
                <a:schemeClr val="bg1">
                  <a:lumMod val="85000"/>
                  <a:tint val="45000"/>
                  <a:satMod val="400000"/>
                </a:schemeClr>
              </a:duotone>
            </a:blip>
            <a:srcRect b="25017"/>
            <a:stretch/>
          </p:blipFill>
          <p:spPr>
            <a:xfrm>
              <a:off x="3511550" y="2753548"/>
              <a:ext cx="1218354" cy="2030119"/>
            </a:xfrm>
            <a:prstGeom prst="rect">
              <a:avLst/>
            </a:prstGeom>
          </p:spPr>
        </p:pic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AB2D5CAC-3BDF-41CE-BBA5-F61FDB7E3D7A}"/>
              </a:ext>
            </a:extLst>
          </p:cNvPr>
          <p:cNvGrpSpPr/>
          <p:nvPr/>
        </p:nvGrpSpPr>
        <p:grpSpPr>
          <a:xfrm>
            <a:off x="5241059" y="516457"/>
            <a:ext cx="1558320" cy="2099916"/>
            <a:chOff x="2199877" y="618836"/>
            <a:chExt cx="1558320" cy="2099916"/>
          </a:xfrm>
        </p:grpSpPr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2673DDFD-ABD4-4A83-AD63-B2FC1B43DC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5595" y="618836"/>
              <a:ext cx="1" cy="1856509"/>
            </a:xfrm>
            <a:prstGeom prst="straightConnector1">
              <a:avLst/>
            </a:prstGeom>
            <a:ln w="95250"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lecha: curvada hacia la derecha 19">
              <a:extLst>
                <a:ext uri="{FF2B5EF4-FFF2-40B4-BE49-F238E27FC236}">
                  <a16:creationId xmlns:a16="http://schemas.microsoft.com/office/drawing/2014/main" id="{075C0DF0-A31D-4F15-B88E-DFE1B916172B}"/>
                </a:ext>
              </a:extLst>
            </p:cNvPr>
            <p:cNvSpPr/>
            <p:nvPr/>
          </p:nvSpPr>
          <p:spPr>
            <a:xfrm>
              <a:off x="2767914" y="1338773"/>
              <a:ext cx="990283" cy="728633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E701D214-727F-4F68-B80F-3356E2D253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2831" y="1171997"/>
              <a:ext cx="0" cy="531092"/>
            </a:xfrm>
            <a:prstGeom prst="straightConnector1">
              <a:avLst/>
            </a:prstGeom>
            <a:ln w="95250">
              <a:solidFill>
                <a:srgbClr val="FF0000"/>
              </a:solidFill>
              <a:tailEnd type="non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4D39544B-CD47-40AF-A32D-F06C05704E43}"/>
                </a:ext>
              </a:extLst>
            </p:cNvPr>
            <p:cNvSpPr txBox="1"/>
            <p:nvPr/>
          </p:nvSpPr>
          <p:spPr>
            <a:xfrm>
              <a:off x="2199877" y="1703089"/>
              <a:ext cx="113607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6000" dirty="0">
                  <a:solidFill>
                    <a:srgbClr val="FF0000"/>
                  </a:solidFill>
                </a:rPr>
                <a:t>2x</a:t>
              </a: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8BCE6E24-7415-483D-AC69-A3F8B4F8EB19}"/>
              </a:ext>
            </a:extLst>
          </p:cNvPr>
          <p:cNvGrpSpPr/>
          <p:nvPr/>
        </p:nvGrpSpPr>
        <p:grpSpPr>
          <a:xfrm>
            <a:off x="854451" y="2192279"/>
            <a:ext cx="3770397" cy="3541749"/>
            <a:chOff x="2531532" y="2184398"/>
            <a:chExt cx="3183467" cy="3183467"/>
          </a:xfrm>
          <a:scene3d>
            <a:camera prst="isometricTopUp"/>
            <a:lightRig rig="threePt" dir="t"/>
          </a:scene3d>
        </p:grpSpPr>
        <p:pic>
          <p:nvPicPr>
            <p:cNvPr id="28" name="Picture 2" descr="Android Mockup transparent PNG - StickPNG">
              <a:extLst>
                <a:ext uri="{FF2B5EF4-FFF2-40B4-BE49-F238E27FC236}">
                  <a16:creationId xmlns:a16="http://schemas.microsoft.com/office/drawing/2014/main" id="{6669FCA9-A6EA-4367-8346-38D5248179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prstClr val="black"/>
                <a:schemeClr val="bg1">
                  <a:lumMod val="85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1532" y="2184398"/>
              <a:ext cx="3183467" cy="3183467"/>
            </a:xfrm>
            <a:prstGeom prst="rect">
              <a:avLst/>
            </a:prstGeom>
            <a:noFill/>
            <a:sp3d>
              <a:bevelT w="158750"/>
              <a:bevelB w="139700" h="139700" prst="divot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FB423EBE-6459-45C9-9598-5F2035DE2F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prstClr val="black"/>
                <a:schemeClr val="bg1">
                  <a:lumMod val="85000"/>
                  <a:tint val="45000"/>
                  <a:satMod val="400000"/>
                </a:schemeClr>
              </a:duotone>
            </a:blip>
            <a:srcRect b="25017"/>
            <a:stretch/>
          </p:blipFill>
          <p:spPr>
            <a:xfrm>
              <a:off x="3511550" y="2753548"/>
              <a:ext cx="1218354" cy="2030119"/>
            </a:xfrm>
            <a:prstGeom prst="rect">
              <a:avLst/>
            </a:prstGeom>
            <a:sp3d>
              <a:bevelT w="158750"/>
              <a:bevelB w="139700" h="139700" prst="divot"/>
            </a:sp3d>
          </p:spPr>
        </p:pic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03A0BD97-BB4D-4480-98DE-7C657808C75B}"/>
              </a:ext>
            </a:extLst>
          </p:cNvPr>
          <p:cNvGrpSpPr/>
          <p:nvPr/>
        </p:nvGrpSpPr>
        <p:grpSpPr>
          <a:xfrm>
            <a:off x="2015153" y="915069"/>
            <a:ext cx="1558320" cy="2099916"/>
            <a:chOff x="2199877" y="618836"/>
            <a:chExt cx="1558320" cy="2099916"/>
          </a:xfrm>
        </p:grpSpPr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FBECF9D8-A82E-4067-895B-CC90733052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5595" y="618836"/>
              <a:ext cx="1" cy="1856509"/>
            </a:xfrm>
            <a:prstGeom prst="straightConnector1">
              <a:avLst/>
            </a:prstGeom>
            <a:ln w="95250"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Flecha: curvada hacia la derecha 32">
              <a:extLst>
                <a:ext uri="{FF2B5EF4-FFF2-40B4-BE49-F238E27FC236}">
                  <a16:creationId xmlns:a16="http://schemas.microsoft.com/office/drawing/2014/main" id="{7BF1C060-36A4-4F0E-A317-44CD1C81F5A5}"/>
                </a:ext>
              </a:extLst>
            </p:cNvPr>
            <p:cNvSpPr/>
            <p:nvPr/>
          </p:nvSpPr>
          <p:spPr>
            <a:xfrm>
              <a:off x="2767914" y="1338773"/>
              <a:ext cx="990283" cy="728633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AD7AFE94-0BEE-4507-82B8-1C374DB35E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2831" y="1171997"/>
              <a:ext cx="0" cy="531092"/>
            </a:xfrm>
            <a:prstGeom prst="straightConnector1">
              <a:avLst/>
            </a:prstGeom>
            <a:ln w="95250">
              <a:solidFill>
                <a:srgbClr val="FF0000"/>
              </a:solidFill>
              <a:tailEnd type="non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EE1B72C7-A5EE-4E89-BCD3-ABDEFF368023}"/>
                </a:ext>
              </a:extLst>
            </p:cNvPr>
            <p:cNvSpPr txBox="1"/>
            <p:nvPr/>
          </p:nvSpPr>
          <p:spPr>
            <a:xfrm>
              <a:off x="2199877" y="1703089"/>
              <a:ext cx="113607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6000" dirty="0">
                  <a:solidFill>
                    <a:srgbClr val="FF0000"/>
                  </a:solidFill>
                </a:rPr>
                <a:t>2x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2D812EDA-F278-4F8B-90CF-4D9F5A123E6C}"/>
              </a:ext>
            </a:extLst>
          </p:cNvPr>
          <p:cNvGrpSpPr/>
          <p:nvPr/>
        </p:nvGrpSpPr>
        <p:grpSpPr>
          <a:xfrm rot="16200000">
            <a:off x="7934766" y="2192280"/>
            <a:ext cx="3183467" cy="3183467"/>
            <a:chOff x="2531532" y="2184398"/>
            <a:chExt cx="3183467" cy="3183467"/>
          </a:xfrm>
        </p:grpSpPr>
        <p:pic>
          <p:nvPicPr>
            <p:cNvPr id="37" name="Picture 2" descr="Android Mockup transparent PNG - StickPNG">
              <a:extLst>
                <a:ext uri="{FF2B5EF4-FFF2-40B4-BE49-F238E27FC236}">
                  <a16:creationId xmlns:a16="http://schemas.microsoft.com/office/drawing/2014/main" id="{6F9C385B-3C4F-45B9-9CAB-B8F389C446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prstClr val="black"/>
                <a:schemeClr val="bg1">
                  <a:lumMod val="85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1532" y="2184398"/>
              <a:ext cx="3183467" cy="31834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069C433F-A56B-4709-825B-16C2824395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prstClr val="black"/>
                <a:schemeClr val="bg1">
                  <a:lumMod val="85000"/>
                  <a:tint val="45000"/>
                  <a:satMod val="400000"/>
                </a:schemeClr>
              </a:duotone>
            </a:blip>
            <a:srcRect b="25017"/>
            <a:stretch/>
          </p:blipFill>
          <p:spPr>
            <a:xfrm>
              <a:off x="3511550" y="2753548"/>
              <a:ext cx="1218354" cy="2030119"/>
            </a:xfrm>
            <a:prstGeom prst="rect">
              <a:avLst/>
            </a:prstGeom>
          </p:spPr>
        </p:pic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03D2DF8-6530-4657-95E7-7D547B1B1DD6}"/>
              </a:ext>
            </a:extLst>
          </p:cNvPr>
          <p:cNvGrpSpPr/>
          <p:nvPr/>
        </p:nvGrpSpPr>
        <p:grpSpPr>
          <a:xfrm>
            <a:off x="8424526" y="832016"/>
            <a:ext cx="1558320" cy="2099916"/>
            <a:chOff x="2199877" y="618836"/>
            <a:chExt cx="1558320" cy="2099916"/>
          </a:xfrm>
        </p:grpSpPr>
        <p:cxnSp>
          <p:nvCxnSpPr>
            <p:cNvPr id="40" name="Conector recto de flecha 39">
              <a:extLst>
                <a:ext uri="{FF2B5EF4-FFF2-40B4-BE49-F238E27FC236}">
                  <a16:creationId xmlns:a16="http://schemas.microsoft.com/office/drawing/2014/main" id="{B3A2D40D-4DE1-4154-9CC7-8C0676F0FC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5595" y="618836"/>
              <a:ext cx="1" cy="1856509"/>
            </a:xfrm>
            <a:prstGeom prst="straightConnector1">
              <a:avLst/>
            </a:prstGeom>
            <a:ln w="95250"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Flecha: curvada hacia la derecha 40">
              <a:extLst>
                <a:ext uri="{FF2B5EF4-FFF2-40B4-BE49-F238E27FC236}">
                  <a16:creationId xmlns:a16="http://schemas.microsoft.com/office/drawing/2014/main" id="{7B43D8D2-309B-48A1-903A-F6ADCBB7CCC1}"/>
                </a:ext>
              </a:extLst>
            </p:cNvPr>
            <p:cNvSpPr/>
            <p:nvPr/>
          </p:nvSpPr>
          <p:spPr>
            <a:xfrm>
              <a:off x="2767914" y="1338773"/>
              <a:ext cx="990283" cy="728633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2A003EC3-1CD4-478E-96BE-21C6E19087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2831" y="1171997"/>
              <a:ext cx="0" cy="531092"/>
            </a:xfrm>
            <a:prstGeom prst="straightConnector1">
              <a:avLst/>
            </a:prstGeom>
            <a:ln w="95250">
              <a:solidFill>
                <a:srgbClr val="FF0000"/>
              </a:solidFill>
              <a:tailEnd type="non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76454A08-27B8-4ABC-897F-2C1BC5122B49}"/>
                </a:ext>
              </a:extLst>
            </p:cNvPr>
            <p:cNvSpPr txBox="1"/>
            <p:nvPr/>
          </p:nvSpPr>
          <p:spPr>
            <a:xfrm>
              <a:off x="2199877" y="1703089"/>
              <a:ext cx="113607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6000" dirty="0">
                  <a:solidFill>
                    <a:srgbClr val="FF0000"/>
                  </a:solidFill>
                </a:rPr>
                <a:t>2x</a:t>
              </a:r>
            </a:p>
          </p:txBody>
        </p: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5F96899-C7C0-4454-B1F3-E3C8FDBE28FF}"/>
              </a:ext>
            </a:extLst>
          </p:cNvPr>
          <p:cNvSpPr txBox="1"/>
          <p:nvPr/>
        </p:nvSpPr>
        <p:spPr>
          <a:xfrm>
            <a:off x="2514578" y="5051591"/>
            <a:ext cx="101051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>
                <a:solidFill>
                  <a:srgbClr val="FF0000"/>
                </a:solidFill>
                <a:latin typeface="Comic Sans MS" panose="030F0702030302020204" pitchFamily="66" charset="0"/>
              </a:rPr>
              <a:t>Calibra la brújula </a:t>
            </a:r>
          </a:p>
        </p:txBody>
      </p:sp>
    </p:spTree>
    <p:extLst>
      <p:ext uri="{BB962C8B-B14F-4D97-AF65-F5344CB8AC3E}">
        <p14:creationId xmlns:p14="http://schemas.microsoft.com/office/powerpoint/2010/main" val="10553092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10210</TotalTime>
  <Words>30</Words>
  <Application>Microsoft Office PowerPoint</Application>
  <PresentationFormat>Panorámica</PresentationFormat>
  <Paragraphs>13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Comic Sans MS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Felipe Romero</dc:creator>
  <cp:lastModifiedBy>Luis Felipe Romero</cp:lastModifiedBy>
  <cp:revision>12</cp:revision>
  <dcterms:created xsi:type="dcterms:W3CDTF">2023-07-29T15:27:44Z</dcterms:created>
  <dcterms:modified xsi:type="dcterms:W3CDTF">2023-08-21T07:40:54Z</dcterms:modified>
</cp:coreProperties>
</file>